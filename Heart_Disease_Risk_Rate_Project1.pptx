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636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768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989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347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37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258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094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96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090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87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567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6904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1436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3868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3647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1243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888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1156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Heart Disease Risk Rate Prediction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Healthcare Web Application</a:t>
            </a:r>
          </a:p>
          <a:p>
            <a:r>
              <a:rPr dirty="0"/>
              <a:t>Domain: Health Analytic</a:t>
            </a:r>
            <a:r>
              <a:rPr lang="en-IN" dirty="0"/>
              <a:t>s</a:t>
            </a:r>
          </a:p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Heart disease is one of the leading causes of death worldwide.</a:t>
            </a:r>
          </a:p>
          <a:p>
            <a:r>
              <a:t>Early detection is difficult due to lack of awareness.</a:t>
            </a:r>
          </a:p>
          <a:p>
            <a:r>
              <a:t>Medical data interpretation is complex for common users.</a:t>
            </a:r>
          </a:p>
          <a:p>
            <a:r>
              <a:t>Need for a simple and accessible heart risk assessment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web-based Heart Disease Risk Rate Prediction system.</a:t>
            </a:r>
          </a:p>
          <a:p>
            <a:r>
              <a:t>Users enter basic health parameters.</a:t>
            </a:r>
          </a:p>
          <a:p>
            <a:r>
              <a:t>System analyzes data and predicts risk level.</a:t>
            </a:r>
          </a:p>
          <a:p>
            <a:r>
              <a:t>Provides early awareness and preventive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inputs health-related information.</a:t>
            </a:r>
          </a:p>
          <a:p>
            <a:r>
              <a:t>Backend processes the data.</a:t>
            </a:r>
          </a:p>
          <a:p>
            <a:r>
              <a:t>Risk calculation logic is applied.</a:t>
            </a:r>
          </a:p>
          <a:p>
            <a:r>
              <a:t>Result is displayed instantly to the user.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Research and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Growing demand for digital healthcare solutions.</a:t>
            </a:r>
          </a:p>
          <a:p>
            <a:r>
              <a:t>Increased use of AI in medical applications.</a:t>
            </a:r>
          </a:p>
          <a:p>
            <a:r>
              <a:t>Useful for health awareness and education.</a:t>
            </a:r>
          </a:p>
          <a:p>
            <a:r>
              <a:t>Can be expanded for hospitals and clinics.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React.js, HTML, CSS, JavaScript</a:t>
            </a:r>
          </a:p>
          <a:p>
            <a:r>
              <a:t>Backend: Lovable AI Serverless Platform</a:t>
            </a:r>
          </a:p>
          <a:p>
            <a:r>
              <a:t>Deployment: Lovable.app</a:t>
            </a:r>
          </a:p>
          <a:p>
            <a:r>
              <a:t>Presentation Tool: Gamma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User-friendly interface.</a:t>
            </a:r>
          </a:p>
          <a:p>
            <a:r>
              <a:t>Fast and reliable risk prediction.</a:t>
            </a:r>
          </a:p>
          <a:p>
            <a:r>
              <a:t>Web-based and responsive design.</a:t>
            </a:r>
          </a:p>
          <a:p>
            <a:r>
              <a:t>No technical knowledge required.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Easy to use and accessible.</a:t>
            </a:r>
          </a:p>
          <a:p>
            <a:r>
              <a:t>Saves time and effort.</a:t>
            </a:r>
          </a:p>
          <a:p>
            <a:r>
              <a:t>Improves health awareness.</a:t>
            </a:r>
          </a:p>
          <a:p>
            <a:r>
              <a:t>Cost-effective solution.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and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 a substitute for medical diagnosis.</a:t>
            </a:r>
          </a:p>
          <a:p>
            <a:r>
              <a:t>Depends on accuracy of user input.</a:t>
            </a:r>
          </a:p>
          <a:p>
            <a:r>
              <a:t>Future: Machine learning integration.</a:t>
            </a:r>
          </a:p>
          <a:p>
            <a:r>
              <a:t>Future: Mobile app and doctor consultation.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Provides early awareness of heart disease risk.</a:t>
            </a:r>
          </a:p>
          <a:p>
            <a:r>
              <a:t>Demonstrates use of AI-powered web applications.</a:t>
            </a:r>
          </a:p>
          <a:p>
            <a:r>
              <a:t>Can be enhanced into a complete healthcare solution.</a:t>
            </a:r>
          </a:p>
          <a:p>
            <a:r>
              <a:t>Thank You!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9</TotalTime>
  <Words>277</Words>
  <Application>Microsoft Office PowerPoint</Application>
  <PresentationFormat>On-screen Show (4:3)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Celestial</vt:lpstr>
      <vt:lpstr>Heart Disease Risk Rate Prediction System</vt:lpstr>
      <vt:lpstr>Problem Statement</vt:lpstr>
      <vt:lpstr>Proposed Solution</vt:lpstr>
      <vt:lpstr>System Overview</vt:lpstr>
      <vt:lpstr>Market Research and Scope</vt:lpstr>
      <vt:lpstr>Technologies Used</vt:lpstr>
      <vt:lpstr>Features</vt:lpstr>
      <vt:lpstr>Advantages</vt:lpstr>
      <vt:lpstr>Limitations and 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GREESHMITHA B</dc:creator>
  <cp:keywords/>
  <dc:description>generated using python-pptx</dc:description>
  <cp:lastModifiedBy>GREESHMITHA B</cp:lastModifiedBy>
  <cp:revision>3</cp:revision>
  <dcterms:created xsi:type="dcterms:W3CDTF">2013-01-27T09:14:16Z</dcterms:created>
  <dcterms:modified xsi:type="dcterms:W3CDTF">2026-01-08T04:45:46Z</dcterms:modified>
  <cp:category/>
</cp:coreProperties>
</file>